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4, 9, 10, 26, 28, 31, 34, 36, 41, 43, 45, 47, 48, 49. Reads come from each task's gold actions; reads that only find an ID are dropped, and a read is matched on its identifying arguments.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9, 26, 28, 41, 43, 45, 47, 48, 49. Fields flipped: business cabin (7), booked in the last 24 hours (3), insurance (1). The policy is written as code, a search finds the one-field edit, and each twin is checked with the real grader.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2, 5, 27, 38, all delayed-flight complaints. The right write on the twin is send_certificate: $50 on 2 and 38, $200 on 5, $150 on 27.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38 has no database fact to read or flip, so the read gate and DB flip cannot test it. Only changing the policy sentence shows that the agent's answer does not depend on the policy. In seeds 301 and 302 the twin's opening line matches the original, so the twin tests the same first-turn transfer.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is precise: every removal was an unreasoned pass. The twins also remove passes for reasons other than the agent's decision. Of the 9 DB-flip cases, 5 are maverick's (3 lost text calls on task 49, 2 rule errors) and 3 are haiku's business-cabin refusals. Most policy-flip cases come from the user scripts for tasks 2, 5 and 27. Fixes: detect text-form tool calls, fix the scripts, and add placebo twins to measure noise.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but some removals come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discussion" descr="sec-discuss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moval-causes" descr="removal-caus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