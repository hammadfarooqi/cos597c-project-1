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τ²-bench gives credit to agents that do nothing. We change the grader so that a "no change" outcome only counts when the agent reasoned its way to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Zhu et al. showed this for τ-bench; τ²-bench still has it. On many of these 23 tasks, "no change" really is the right outcome: the user pushes the agent to break policy and the agent must refuse. The trouble is that the grader cannot tell a principled refusal from an accident.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end state, same reward. A refusal for the right reason and a refusal by accident are indistinguishable to a state-based grader. That is the validity issue: the benchmark is measuring "did the DB change", not "did the agent decide correctly".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luna passes almost all 23 no-action tasks and also 16 of the 27 action tasks. haiku and maverick pass only about 6 action tasks each, so nearly all of their score rides on tasks the null agent also passes. That is where unreasoned passes could inflate them, and it is what the gates test.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traces end with no change to the database, so tau2 gives full credit. In task 38 the agent transfers on its first move. In task 34 the agent prices May 21, but "back by one day" from May 22 means May 23. It quotes $36 and the customer agrees; only a scripted fee dispute ends the episode before a wrong rebooking. Later slides: the read gate removes task 34 (the May 23 search never happened), and the policy twin removes task 38.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of 2026-10-03, which replaced the earlier three-check rubric. Reads alone are not enough: an agent that reads everything and then refuses everything passes them. That agent is the reason the twins exist.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gate takes the null agent from 46% to 14% and removes only 0.6 to 2.4 points from the four models, which nearly always read before they refuse. maverick loses the most, mostly from reads typed as text and lost. So reads alone do not separate models; they are necessary, not sufficient. That motivates the twins.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that refuses everything passes the original but fails the twin. An agent that looked at the deciding fact acts on the twin. Lenient scoring keeps a twin pass when the right write happened but something unrelated went wrong later, for example a wrong bag count; the twin tests the decision, not the whole episode. The next three slides say where each gate applies and how it is built.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gate is deterministic and needs no LLM judge. Pruning route-only reads matters: an agent can find a reservation ID in more than one way, and we do not want to fail an agent for the route it took. For the 7 tasks outside the gate there is no read that would reveal the answer, so a read requirement would test nothing.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policy-as-code oracle is what lets us search for the flip mechanically instead of guessing. Validation runs the real tau2 evaluator on scripted trajectories, and checks that the patch changes only the named records. Task 4 was dropped after a live run showed the user's goal could not be reached. Lenient scoring: a twin counts as passed when the right write happened, even if the episode failed for another reason.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Changing a policy sentence is the only way to make the right answer a write when the deciding fact is a rule, not data. The scripts for tasks 2, 5 and 27 have known faults (see the qualitative slides), so this gate is the weakest of the three. Lenient scoring applies here too.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across a row: original score, what each gate takes away alone, and the score with all three gates on. luna loses nothing to the DB pairs; its few DB-pair failures are tasks it had already failed. The policy pairs take the most from every model, but the policy twin is the least reliable gate (qualitative section). Per-trial ranges after all gates: luna 33–37, haiku 20–21, maverick 12–16, nano 13–15; maverick and nano overlap.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to read it: each bar is one model. The whole bar is the share of that model's original score the three gates remove. The blue part is the read gate; the dark orange part is what the DB twins remove from the passes left after the read gate; the light orange part is what the policy twins remove after that. Numbers in the bars are percent of the original score. For example, maverick's original score is 22.7 tasks; the gates remove 8.3 of them, 36.8%. The null agent is not shown: the gates remove 20 of its 23 passes (87%).</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ranking among the four models does not flip, but the gaps change. On the original score maverick (22.7) is almost tied with haiku (24.3); after the gates it is 6 points below. Per-trial ranges after the gates: maverick 12–16 and nano 13–15 overlap, so their order is not reliable. The null agent falls from 23 to 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Rubric: two questions per removal. Q1, was the original no-action pass reasoned? Q2, why did the gate fail: the intended catch, an unrelated agent error, the user script or simulator, or a lost tool call. "Right, wrong cause" means the original was unreasoned but the gate fired for another reason. The labels come from LLM reviewers, with no blind second labeller yet.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34: "delay by one day ... back by one day as well" means May 23. The agents told the customer May 21 and the customer agreed. haiku also charged $100 for bags that are free for a gold member in business. maverick types tool calls into prose; Prime drops them, so a refusal can hide a forbidden write that never ran.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rule error that no read check can see: the read was made. Only the twin shows that the cabin fact does not drive haiku's decision. If we count these as true positives, the DB twin scores 6 right / 4 wrong cause / 7 false positive overall, and haiku's DB twin is 4/0/0. Decide which reading we present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Caveat on task 38: in seeds 301 and 302 the twin's opener matches the original, so it tests only "transfer on turn 1". Two of the removals are wrong-mechanism, from a passenger-count dispute. Also: no original task ever expects send_certificate, so an "always pay" bot looks perfect on the originals and passes the task 2 twin.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attempted write is a real call that failed or changed nothing, or a write typed as text and lost. Most are maverick's. The projection is of the headline score (reads plus all twins) and is not yet computed by the scoreboard. The null agent stays at 3. This revives something close to the formalization's "no forbidden writes" check, set aside on 2026-10-03, so it needs a decisions-log entry.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is fully automatic and tells you whether steps 2 to 4 are needed at all. The airline numbers on the right are the checks this talk evaluated, packaged in the doctor. Minimum a benchmark must expose: a way to run an empty agent and a state-based grader. Twins need a settable initial state and the ability to score a hand-made trajectory. Policy flips need the policy as plain text in the agent's prompt. Every tau2 tool already carries a READ or WRITE label, so the doctor uses those instead of hand-written sets.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screenshot, the top twin (reservation made within 24 hours) passes validation. The bottom one was edited by hand to a bad patch, and the grader's validation error shows right away. Every review records who approved what, and when.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plainly. The reads gate result is solid. The DB twin result is solid on competent models, with known false positives from lost tool calls. The policy twin needs fixed scripts before any of its removals count as evidence.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Null agent 23 of 50 originally, 7 under the read gate, 3 under reads plus all twins. luna goes 39.0 to 35.7. Thank you;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over" descr="cov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null-agent" descr="null-agen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lind-grader" descr="blind-grad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anking" descr="ranking.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races" descr="trac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efinition" descr="definit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ad-gate" descr="read-gat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wins" descr="twin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ate-reads" descr="gate-read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ate-db" descr="gate-db.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ate-policy" descr="gate-polic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nine-models" descr="nine-model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rops" descr="drop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ope" descr="slop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scorecard" descr="qual-scorecard.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catches" descr="qual-catch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case" descr="qual-cas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task38" descr="qual-task3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miss" descr="qual-mis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octor" descr="docto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octor-ui" descr="doctor-ui.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imits" descr="limit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akeaways" descr="takeaway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No-Op Validity in τ²-bench</dc:title>
  <dc:subject/>
  <dc:creator>Hammad Farooqi, Vatsal Parikh</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