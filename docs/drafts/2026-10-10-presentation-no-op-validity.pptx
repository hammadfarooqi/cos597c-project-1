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traces end with no change to the database, so tau2 gives full credit. In task 38 the agent transfers on its first move. In task 34 the user script asks for a "return delay" of one day, so May 22 becomes May 23. The agent reads "back by one day" as earlier and prices May 21: $36 in business. The user accepts that price. The real package (nonstop May 19, return May 23, business, 2 bags) costs $222, over the $200 budget, so the script would cancel and nothing should change. The episode ends with no change only because the scripted user insists insurance waives the change fee and the agent escalates. Later slides: the read gate removes task 34 (the May 23 search never happened), and the policy twin removes task 38.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of 2026-10-03, which replaced the earlier three-check rubric. Reads alone are not enough: an agent that reads everything and then refuses everything passes them. That agent is the reason the twins exist.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takes the null agent from 46% to 14% and removes only 0.6 to 2.4 points from the four models, which nearly always read before they refuse. maverick loses the most, mostly from reads typed as text and lost. So reads alone do not separate models; they are necessary, not sufficient. That motivates the twins.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refuses everything passes the original but fails the twin. An agent that looked at the deciding fact acts on the twin. Lenient scoring keeps a twin pass when the right write happened but something unrelated went wrong later, for example a wrong bag count; the twin tests the decision, not the whole episode. The next three slides say where each gate applies and how it is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is deterministic and needs no LLM judge. Pruning route-only reads matters: an agent can find a reservation ID in more than one way, and we do not want to fail an agent for the route it took. For the 7 tasks outside the gate there is no read that would reveal the answer, so a read requirement would test nothing.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policy-as-code oracle is what lets us search for the flip mechanically instead of guessing. Validation runs the real tau2 evaluator on scripted trajectories, and checks that the patch changes only the named records. Task 4 was dropped after a live run showed the user's goal could not be reached. Lenient scoring: a twin counts as passed when the right write happened, even if the episode failed for another reason.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Changing a policy sentence is the only way to make the right answer a write when the deciding fact is a rule, not data. The scripts for tasks 2, 5 and 27 have known faults (see the qualitative slides), so this gate is the weakest of the three. Lenient scoring applies here too.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across a row: original score, what each gate takes away alone, and the score with all three gates on. luna loses nothing to the DB pairs; its few DB-pair failures are tasks it had already failed. The policy pairs take the most from every model, but the policy twin is the least reliable gate (qualitative section). Per-trial ranges after all gates: luna 33–37, haiku 20–21, maverick 12–16, nano 13–15; maverick and nano overlap.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read it: each bar is one model. The whole bar is the share of that model's original score the three gates remove. The blue part is the read gate; the dark orange part is what the DB twins remove from the passes left after the read gate; the light orange part is what the policy twins remove after that. Numbers in the bars are percent of the original score. For example, maverick's original score is 22.7 tasks; the gates remove 8.3 of them, 36.8%. The null agent is not shown: the gates remove 20 of its 23 passes (87%).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ranking among the four models does not flip, but the gaps change. On the original score maverick (22.7) is almost tied with haiku (24.3); after the gates it is 6 points below. Per-trial ranges after the gates: maverick 12–16 and nano 13–15 overlap, so their order is not reliable. The null agent falls from 23 to 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two questions per removal. Q1, was the original no-action pass reasoned? Q2, why did the gate fail: the intended catch, an unrelated agent error, the user script or simulator, or a lost tool call. "Right, wrong cause" means the original was unreasoned but the gate fired for another reason. The labels come from LLM reviewers, with no blind second labeller yet.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 If we count these as true positives, the DB twin scores 6 right / 4 wrong cause / 7 false positive overall, and haiku's DB twin is 4/0/0. Decide which reading we present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 on task 38: in seeds 301 and 302 the twin's opener matches the original, so it tests only "transfer on turn 1". Two of the removals are wrong-mechanism, from a passenger-count dispute. Also: no original task ever expects send_certificate, so an "always pay" bot looks perfect on the originals and passes the task 2 twin.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with known false positives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aces" descr="tr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reads" descr="gate-read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db" descr="gate-db.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ate-policy" descr="gate-policy.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scorecard" descr="qual-scorecar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