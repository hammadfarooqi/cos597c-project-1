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τ²-bench gives credit to agents that do nothing. We change the grader so that a "no change" outcome only counts when the agent reasoned its way to 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Zhu et al. showed this for τ-bench; τ²-bench still has it. On many of these 23 tasks, "no change" really is the right outcome: the user pushes the agent to break policy and the agent must refuse. The trouble is that the grader cannot tell a principled refusal from an accident.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end state, same reward. A refusal for the right reason and a refusal by accident are indistinguishable to a state-based grader. That is the validity issue: the benchmark is measuring "did the DB change", not "did the agent decide correctly".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luna passes almost all 23 no-action tasks and also 16 of the 27 action tasks. haiku and maverick pass only about 6 action tasks each, so nearly all of their score rides on tasks the null agent also passes. That is where unreasoned passes could inflate them, and it is what the gates test.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Decision of 2026-10-03, which replaced the earlier three-check rubric. Reads alone are not enough: an agent that reads everything and then refuses everything passes them. That agent is the reason the twins exist.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gate takes the null agent from 46% to 14% and removes only 0.6 to 2.4 points from the four models, which nearly always read before they refuse. maverick loses the most, mostly from reads typed as text and lost. So reads alone do not separate models; they are necessary, not sufficient. That motivates the twins.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no-action pass keeps its credit only if the paired twin also passes. Strict rule: any twin failure removes the credit. Lenient rule: the twin counts if the agent made the right write despite other errors. Every twin is checked statically: the null agent scores 1/0 on original/twin, a comply agent 0/1, and the patch changes only the named records.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Per-trial ranges: luna 33–37, haiku 20–21, maverick 12–16, nano 12–15 on reads plus twins. maverick and nano overlap, so their relative order is not reliable. The null agent is a single deterministic run.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Read-gate share of the drop: luna 2.6%, haiku 2.7%, nano 4.0%, maverick 10.3%. Most of the drop comes from the twins. maverick passes 0 of 4 policy pairs in all 3 trials. Trials differ by seed and provider noise at temperature 0, so they are not independent samples.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the original score maverick (22.7) is almost tied with haiku (24.3). After both gates it is 6 points below. The ranking among these four does not flip, but the gaps change a lot.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Rubric: two questions per removal. Q1, was the original no-action pass reasoned? Q2, why did the gate fail: the intended catch, an unrelated agent error, the user script or simulator, or a lost tool call. "Right, wrong cause" means the original was unreasoned but the gate fired for another reason. These numbers come from a review that is still being checked; treat as preliminary.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Task 34: "delay by one day ... back by one day as well" means May 23. The agents told the customer May 21 and the customer agreed. haiku also charged $100 for bags that are free for a gold member in business. maverick types tool calls into prose; Prime drops them, so a refusal can hide a forbidden write that never ran.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rule error that no read check can see: the read was made. Only the twin shows that the cabin fact does not drive haiku's decision. If we count these as true positives, the DB twin scores 6 right / 4 wrong cause / 7 false positive overall, and haiku's DB twin is 4/0/0. Decide which reading we present before the talk.</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Caveat on task 38: in seeds 301 and 302 the twin's opener matches the original, so it tests only "transfer on turn 1". Two of the removals are wrong-mechanism, from a passenger-count dispute. Also: no original task ever expects send_certificate, so an "always pay" bot looks perfect on the originals and passes the task 2 twin.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Unreasoned passes that every gate keeps, over 3 seeds: haiku 12, maverick 15, nano 5, luna 0 (no-op-review/highlights.md §4). This is close to the formalization's "no forbidden writes" check, which we set aside on 2026-10-03. Bringing it back needs a decisions-log entry. The attempts are in the trajectory already, so it is a re-score, not a re-run.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1 is fully automatic and tells you whether steps 2 to 4 are needed at all. The airline numbers on the right are the checks this talk evaluated, packaged in the doctor. Minimum a benchmark must expose: a way to run an empty agent and a state-based grader. Twins need a settable initial state and the ability to score a hand-made trajectory. Policy flips need the policy as plain text in the agent's prompt. Every tau2 tool already carries a READ or WRITE label, so the doctor uses those instead of hand-written sets.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screenshot, the top twin (reservation made within 24 hours) passes validation. The bottom one was edited by hand to a bad patch, and the grader's validation error shows right away. Every review records who approved what, and when.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these plainly. The reads gate result is solid. The DB twin result is solid on competent models, with known false positives from lost tool calls. The policy twin needs fixed scripts before any of its removals count as evidence.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Null agent 23 of 50 originally, 7 under the read gate, 3 under reads plus all twins. luna goes 39.0 to 35.7. Thank you;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cover" descr="cover.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null-agent" descr="null-agent.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lind-grader" descr="blind-grader.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ranking" descr="ranking.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definition" descr="definition.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read-gate" descr="read-gat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wins" descr="twins.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nine-models" descr="nine-models.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drops" descr="drops.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ope" descr="slop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qual-scorecard" descr="qual-scorecard.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qual-catches" descr="qual-catches.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qual-case" descr="qual-cas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qual-task38" descr="qual-task38.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qual-miss" descr="qual-miss.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doctor" descr="doctor.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doctor-ui" descr="doctor-ui.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imits" descr="limits.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akeaways" descr="takeaways.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No-Op Validity in τ²-bench</dc:title>
  <dc:subject/>
  <dc:creator>Hammad Farooqi, Vatsal Parikh</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