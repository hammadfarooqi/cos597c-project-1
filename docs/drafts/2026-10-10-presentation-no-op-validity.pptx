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is precise: every removal was an unreasoned pass. The twins also remove passes for reasons other than the agent's decision. Of the 9 DB-flip cases, 5 are maverick's (3 lost text calls on task 49, 2 rule errors) and 3 are haiku's business-cabin refusals. Most policy-flip cases come from the user scripts for tasks 2, 5 and 27. Fixes: detect text-form tool calls, fix the scripts, and add placebo twins to measure noise.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but some removals come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discussion" descr="sec-discuss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moval-causes" descr="removal-caus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